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1"/>
    <p:sldId id="268" r:id="rId10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0" y="1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4400" b="1" dirty="0">
                <a:solidFill>
                  <a:srgbClr val="E8EDF4"/>
                </a:solidFill>
                <a:latin typeface="Trebuchet MS"/>
              </a:rPr>
              <a:t>OR Amplification vs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611880"/>
            <a:ext cx="237744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100" b="0" dirty="0">
                <a:solidFill>
                  <a:srgbClr val="8FA3BC"/>
                </a:solidFill>
                <a:latin typeface="Trebuchet MS"/>
              </a:rPr>
              <a:t>Fixing the </a:t>
            </a:r>
            <a:r>
              <a:rPr lang="en-GB" sz="2100" b="0" dirty="0" err="1">
                <a:solidFill>
                  <a:srgbClr val="8FA3BC"/>
                </a:solidFill>
                <a:latin typeface="Trebuchet MS"/>
              </a:rPr>
              <a:t>ColliderML</a:t>
            </a:r>
            <a:r>
              <a:rPr lang="en-GB" sz="2100" b="0" dirty="0">
                <a:solidFill>
                  <a:srgbClr val="8FA3BC"/>
                </a:solidFill>
                <a:latin typeface="Trebuchet MS"/>
              </a:rPr>
              <a:t> setup, choosing what to reproduce on </a:t>
            </a:r>
            <a:r>
              <a:rPr lang="en-GB" sz="2100" b="0" dirty="0" err="1">
                <a:solidFill>
                  <a:srgbClr val="8FA3BC"/>
                </a:solidFill>
                <a:latin typeface="Trebuchet MS"/>
              </a:rPr>
              <a:t>TrackML</a:t>
            </a:r>
            <a:r>
              <a:rPr lang="en-GB" sz="2100" b="0" dirty="0">
                <a:solidFill>
                  <a:srgbClr val="8FA3BC"/>
                </a:solidFill>
                <a:latin typeface="Trebuchet MS"/>
              </a:rPr>
              <a:t>, and various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1400" b="0">
                <a:solidFill>
                  <a:srgbClr val="FFB454"/>
                </a:solidFill>
                <a:latin typeface="Trebuchet MS"/>
              </a:rPr>
              <a:t>TrackML · ColliderML · hepattn  ·  work since the OR-amplification talk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Where we left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0">
                <a:solidFill>
                  <a:srgbClr val="E8EDF4"/>
                </a:solidFill>
                <a:latin typeface="Trebuchet MS"/>
              </a:rPr>
              <a:t>OR amplification is built, tested and benchmarked: about 1.44x per training step.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1">
                <a:solidFill>
                  <a:srgbClr val="FF6B6B"/>
                </a:solidFill>
                <a:latin typeface="Trebuchet MS"/>
              </a:rPr>
              <a:t>But the A/B comparison said nothing — both arms trained equally badly.</a:t>
            </a:r>
            <a:r>
              <a:rPr lang="en-GB" sz="1000" b="0">
                <a:solidFill>
                  <a:srgbClr val="E8EDF4"/>
                </a:solidFill>
                <a:latin typeface="Trebuchet MS"/>
              </a:rPr>
              <a:t>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000" b="0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Plan:  fix the ColliderML baseline at 0 PU,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           and in parallel reproduce a published TrackML baseline to test OR against.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1">
                <a:solidFill>
                  <a:srgbClr val="6BCB77"/>
                </a:solidFill>
                <a:latin typeface="Trebuchet MS"/>
              </a:rPr>
              <a:t>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1">
                <a:solidFill>
                  <a:srgbClr val="6BCB77"/>
                </a:solidFill>
                <a:latin typeface="Trebuchet MS"/>
              </a:rPr>
              <a:t>Goal:  the OR encoder with UCL's MaskFormer decoders.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ColliderML: the selection was the problem, not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collider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41" y="1325880"/>
            <a:ext cx="1050961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Pixel barrel with |eta| &lt; 1 left 4.2 hits per particle — barely more than the 3 needed to be a target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Widened to the whole tracker out to |eta| &lt; 2.5 at zero pile-up: 11.8 hits per particle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Overfit on 10 events reaches 98% efficiency — targets, masks and matching all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TrackML: to reproduce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292" y="1325880"/>
            <a:ext cx="8573111" cy="3794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5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UCL's June paper (arXiv 2606.17631) compares three decoders on one filter + encoder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Three of the five decoders we want for our paper, with every training setting stated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DQ+MA at 98.1% is the baseline OR has to beat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Verified: TrackML data on NGT Cluster matches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934" y="1325880"/>
            <a:ext cx="741782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All 8,850 Kaggle training events, prepped; 100 val / 100 test as in the paper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Pixel hits and particle counts agree with the paper's Table 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So any difference later comes from the models, not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Getting the code the paper actually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_code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74" y="1325880"/>
            <a:ext cx="947734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Paper code on hepattn-clean?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After fixes; 409 / 409 tests pass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6BCB77"/>
                </a:solidFill>
                <a:latin typeface="Trebuchet MS"/>
              </a:rPr>
              <a:t>•  All OR-amplification tests still pass after the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The experiment: 4 arms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four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03" y="1325880"/>
            <a:ext cx="7296288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A vs D: OR inside UCL Maskformer pipeline — same input, only the encoder differs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B454"/>
                </a:solidFill>
                <a:latin typeface="Trebuchet MS"/>
              </a:rPr>
              <a:t>•  B vs C: OR with no filter, ~57k hits per event, where a 512-hit window misses the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First hit-filter run: diverged after 3 epochs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8_nan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91" y="1325880"/>
            <a:ext cx="9236512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Healthy for 3 epochs, then the loss climbed for ~0.8 epoch and went NaN at step 34,199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It looked like the learning-rate warm-up, but the retrain, with the identical schedule, passed the same peak cleanly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The real cause: six corrupt pixels in the TrackML data, through the fp16 gradient scaler (next slides)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2" y="1389130"/>
            <a:ext cx="11733876" cy="3915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Why the filter broke: the fp16 gradient scale hit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Each corrupt step is skipped, but the scale is halved, and only doubles after 2,000 clean steps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6B6B"/>
                </a:solidFill>
                <a:latin typeface="Trebuchet MS"/>
              </a:rPr>
              <a:t>•  One corrupt event every ~1,400 steps, so the scale only fell: 4,096 → 256 → 16 → 0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Small gradients rounded to zero while Lion kept taking full steps → loss climbed; scale 0 → 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Six corrupt pixels in the TrackML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corrupt_ch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222" y="1325880"/>
            <a:ext cx="9017251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Kaggle's raw files: one pixel per event with charge up to 716,689, where every other value is ≤ 1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Re-downloaded and checksum-verified; not in Kaggle's blacklist; not documented anywhere we found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No hepattn dataloader — ours or any upstream branch — cleans them: cast to fp16, they become inf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In bf16 they would silently freeze training instead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b_free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24" y="1325880"/>
            <a:ext cx="840524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fp16 (the filter): each corrupt step is skipped, but the skips drove the scale to zero (previous slide)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bf16 (every tracking config): no scaler; Lion's momentum turns NaN, sign(NaN) = 0, the model silently stops learning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B454"/>
                </a:solidFill>
                <a:latin typeface="Trebuchet MS"/>
              </a:rPr>
              <a:t>•  Removed from training (6 of 8,650 events) — worth reporting to UCL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Next, and what we need from UCL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2100" b="1">
                <a:solidFill>
                  <a:srgbClr val="FFB454"/>
                </a:solidFill>
                <a:latin typeface="Trebuchet MS"/>
              </a:rPr>
              <a:t>Next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1.  Check the filter against the paper: 98.6% retention, 9.7k hits per event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2.  Train DQ+MA (arm A) to 98.1%, then the OR arms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3.  Full ColliderML pu0 run</a:t>
            </a:r>
            <a:r>
              <a:rPr lang="en-GB" sz="1000" b="0">
                <a:solidFill>
                  <a:srgbClr val="E8EDF4"/>
                </a:solidFill>
                <a:latin typeface="Trebuchet MS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Johnson</cp:lastModifiedBy>
  <cp:revision>4</cp:revision>
  <dcterms:created xsi:type="dcterms:W3CDTF">2013-01-27T09:14:16Z</dcterms:created>
  <dcterms:modified xsi:type="dcterms:W3CDTF">2026-10-01T10:02:21Z</dcterms:modified>
  <cp:category/>
</cp:coreProperties>
</file>