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1219" y="4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4400" b="1">
                <a:solidFill>
                  <a:srgbClr val="E8EDF4"/>
                </a:solidFill>
                <a:latin typeface="Trebuchet MS"/>
              </a:rPr>
              <a:t>Reproducing UCL's Pix0.6 tracker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3611880"/>
            <a:ext cx="237744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886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100" b="0">
                <a:solidFill>
                  <a:srgbClr val="8FA3BC"/>
                </a:solidFill>
                <a:latin typeface="Trebuchet MS"/>
              </a:rPr>
              <a:t>Training 2–3× faster, an inconsistency in the paper, and some OR-vs-baseline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1400" b="0">
                <a:solidFill>
                  <a:srgbClr val="FFB454"/>
                </a:solidFill>
                <a:latin typeface="Trebuchet MS"/>
              </a:rPr>
              <a:t>Luke Johnson  ·  Tracking meeting  ·  8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Where we left off last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0">
                <a:solidFill>
                  <a:srgbClr val="8FA3BC"/>
                </a:solidFill>
                <a:latin typeface="Trebuchet MS"/>
              </a:rPr>
              <a:t>Hit-filter run diverged: six corrupt pixels + fp16 gradient scale hitting zero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0">
                <a:solidFill>
                  <a:srgbClr val="8FA3BC"/>
                </a:solidFill>
                <a:latin typeface="Trebuchet MS"/>
              </a:rPr>
              <a:t>Plan: confirm the filter, train DQ+MA to the paper's number, then the OR arms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000" b="0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2100" b="1">
                <a:solidFill>
                  <a:srgbClr val="FFB454"/>
                </a:solidFill>
                <a:latin typeface="Trebuchet MS"/>
              </a:rPr>
              <a:t>This week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0">
                <a:solidFill>
                  <a:srgbClr val="E8EDF4"/>
                </a:solidFill>
                <a:latin typeface="Trebuchet MS"/>
              </a:rPr>
              <a:t>•  Switched to UCL's own data and 600 MeV filter: Pix0.6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0">
                <a:solidFill>
                  <a:srgbClr val="E8EDF4"/>
                </a:solidFill>
                <a:latin typeface="Trebuchet MS"/>
              </a:rPr>
              <a:t>•  Made training 2–3× faster, with identical results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0">
                <a:solidFill>
                  <a:srgbClr val="E8EDF4"/>
                </a:solidFill>
                <a:latin typeface="Trebuchet MS"/>
              </a:rPr>
              <a:t>•  Reproduced the paper, and found Table 4 mixes two pT thresholds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0">
                <a:solidFill>
                  <a:srgbClr val="E8EDF4"/>
                </a:solidFill>
                <a:latin typeface="Trebuchet MS"/>
              </a:rPr>
              <a:t>•  First OR vs baseline comparison; window sweep running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We now use UCL's data and their 600 MeV hit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0">
                <a:solidFill>
                  <a:srgbClr val="E8EDF4"/>
                </a:solidFill>
                <a:latin typeface="Trebuchet MS"/>
              </a:rPr>
              <a:t>Data: the CodaLab release UCL used, 8,543 train / 100 val / 100 test events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700" b="0">
                <a:solidFill>
                  <a:srgbClr val="6BCB77"/>
                </a:solidFill>
                <a:latin typeface="Trebuchet MS"/>
              </a:rPr>
              <a:t>56.7k pixel hits and 2607 ± 329 particles per event: Table 3 says 56.7k and 2600 ± 340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800" b="0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800" b="0">
                <a:solidFill>
                  <a:srgbClr val="E8EDF4"/>
                </a:solidFill>
                <a:latin typeface="Trebuchet MS"/>
              </a:rPr>
              <a:t>Filter: Pippa's 600 MeV filter outputs, threshold 0.1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700" b="0">
                <a:solidFill>
                  <a:srgbClr val="6BCB77"/>
                </a:solidFill>
                <a:latin typeface="Trebuchet MS"/>
              </a:rPr>
              <a:t>99.13% particle retention, 20.3k hits per event: Table 3 says 99.1% and 20.3k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800" b="0">
                <a:solidFill>
                  <a:srgbClr val="E8EDF4"/>
                </a:solidFill>
                <a:latin typeface="Trebuchet MS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900" b="1">
                <a:solidFill>
                  <a:srgbClr val="FFB454"/>
                </a:solidFill>
                <a:latin typeface="Trebuchet MS"/>
              </a:rPr>
              <a:t>So we reproduce Pix0.6: trained on pT ≥ 0.6 GeV, evaluated on pT &gt; 1 GeV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600" b="0">
                <a:solidFill>
                  <a:srgbClr val="8FA3BC"/>
                </a:solidFill>
                <a:latin typeface="Trebuchet MS"/>
              </a:rPr>
              <a:t>Configs set to the paper's values: 3,900 queries, focal weight 25, LSCA window 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1500" b="1">
                <a:solidFill>
                  <a:srgbClr val="FFB454"/>
                </a:solidFill>
                <a:latin typeface="Trebuchet M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3600" b="1">
                <a:solidFill>
                  <a:srgbClr val="E8EDF4"/>
                </a:solidFill>
                <a:latin typeface="Trebuchet MS"/>
              </a:rPr>
              <a:t>Training speedup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480560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Training was waiting on the Hungarian matcher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1_step_sha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362" y="1325880"/>
            <a:ext cx="1022497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Matching pairs ~3,900 predicted tracks with ~2,500 particles, 4× per step, on the CPU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≈ 35% of every step was just copying the 243 MB cost table around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Fix: do the reshuffling on the GPU, copy once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2_copi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260" y="1325880"/>
            <a:ext cx="9093174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6BCB77"/>
                </a:solidFill>
                <a:latin typeface="Trebuchet MS"/>
              </a:rPr>
              <a:t>•  Toggle 1 (prepare_on_device): same numbers reach the same solver → identical matching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FFB454"/>
                </a:solidFill>
                <a:latin typeface="Trebuchet MS"/>
              </a:rPr>
              <a:t>•  Toggle 2 (trim_padded_queries): also drops the 18–39% padded query columns → smaller solve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Toggle 2 changes which leftover queries get the 'no object' loss (0.16% early, 0% late)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Measured: 1.9–2.6× faster, 3.1× with both toggles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3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647" y="1325880"/>
            <a:ext cx="869840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Same config, seed and events; timed over steps 150–600, after compile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6BCB77"/>
                </a:solidFill>
                <a:latin typeface="Trebuchet MS"/>
              </a:rPr>
              <a:t>•  Toggle 1 cuts a 30-epoch run from ≈ 53–70 h to ≈ 20–36 h, with identical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Only the matcher got faster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4_lat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1" y="1325880"/>
            <a:ext cx="10002213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Faster on 100% of steps; repeats agree within 1%; other users' CPU load didn't move it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FFB454"/>
                </a:solidFill>
                <a:latin typeface="Trebuchet MS"/>
              </a:rPr>
              <a:t>•  Left in the matcher (≈ 114 ms): 69 ms waiting for the GPU forward, 38 ms of actual solves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E8EDF4"/>
                </a:solidFill>
                <a:latin typeface="Trebuchet MS"/>
              </a:rPr>
              <a:t>•  Next gain: overlap the solves with the forward pass (up to ≈ 1.2×)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1500" b="1">
                <a:solidFill>
                  <a:srgbClr val="FFB454"/>
                </a:solidFill>
                <a:latin typeface="Trebuchet MS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3600" b="1">
                <a:solidFill>
                  <a:srgbClr val="E8EDF4"/>
                </a:solidFill>
                <a:latin typeface="Trebuchet MS"/>
              </a:rPr>
              <a:t>Reproducing the paper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480560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 dirty="0">
                <a:solidFill>
                  <a:srgbClr val="E8EDF4"/>
                </a:solidFill>
                <a:latin typeface="Trebuchet MS"/>
              </a:rPr>
              <a:t>Some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5_v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259" y="1325880"/>
            <a:ext cx="8377177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Plateau: track masks are poor (dice ≈ 0.3); first-hit finding is already ≈ 96% efficient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A′ (flex) only escaped at epoch 24: same model, much less real training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E8EDF4"/>
                </a:solidFill>
                <a:latin typeface="Trebuchet MS"/>
              </a:rPr>
              <a:t>•  How long a run stays on the plateau is very sensitive → the sweep uses two seeds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A′ isn't worse because of flex attention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6_flash_fl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588" y="1325880"/>
            <a:ext cx="10052519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Paper-run weights through both backends: outputs differ by less than bf16 rounding, loss equal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6BCB77"/>
                </a:solidFill>
                <a:latin typeface="Trebuchet MS"/>
              </a:rPr>
              <a:t>•  The flash/flex gap in A′ is the plateau, not the attention kernel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Test set: the reproduction is close to the paper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7_tes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325880"/>
            <a:ext cx="10881360" cy="34849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938807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UCL's evaluator, pT &gt; 1 GeV, track valid &gt; 0.5, IoU &gt; 0.5, 100 test events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DM 97.7% vs 98.0%, perfect 94.7% vs 95.3%, fake rate 0.3% vs 0.3%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E8EDF4"/>
                </a:solidFill>
                <a:latin typeface="Trebuchet MS"/>
              </a:rPr>
              <a:t>•  Best val loss 0.289 vs UCL's own run 0.285, both at epoch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Table 4's perfect efficiency is a pT ≥ 0.6 number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8_table4_vs_fi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" y="1325880"/>
            <a:ext cx="10881360" cy="35568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1071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Integrating the paper's own Figure 7 (values extracted from the PDF) over each pT threshold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DM column = pT &gt; 1, perfect column = pT ≥ 0.6, for both decoders: 93.2 → 95.3, 91.5 → 93.9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FF6B6B"/>
                </a:solidFill>
                <a:latin typeface="Trebuchet MS"/>
              </a:rPr>
              <a:t>•  The updated paper (23 Sep) still has it, and repeats 93.2% in the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Why the threshold matters so much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9_p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243" y="1325880"/>
            <a:ext cx="9121209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57.5% of trained particles are below 1 GeV, where efficiency is lowest (≈ 93% and 97%)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Including them pulls efficiency down ≈ 2 points: Table 4's 98.0% couldn't be a pT ≥ 0.6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Per pT bin we track the paper's Figure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0_eff_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681" y="1325880"/>
            <a:ext cx="8968333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DM within ≈ 0.5 points of the paper up to 6 GeV; perfect ≈ 0.5–0.8 below at 1–3 GeV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E8EDF4"/>
                </a:solidFill>
                <a:latin typeface="Trebuchet MS"/>
              </a:rPr>
              <a:t>•  The remaining gap is in complete hit assignment, not in finding tracks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Efficiency vs η matches the paper's shape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1_eff_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312" y="1325880"/>
            <a:ext cx="8675070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Evaluated particles (pT &gt; 1 GeV); the central dip at |η| &lt; 1 is in the paper's Figure 7b too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5AC8FA"/>
                </a:solidFill>
                <a:latin typeface="Trebuchet MS"/>
              </a:rPr>
              <a:t>•  The paper reproduction has the best perfect efficiency almost everywhere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Operating points: the IoU cut is the lever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2_cut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709" y="1325880"/>
            <a:ext cx="9196276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Track-validity cut barely matters below 0.7; the predicted-IoU cut trades efficiency for fakes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At the paper's fake rate: 97.7 / 94.7; loosest cuts: 98.3 / 95.0 at 3× the fakes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1500" b="1">
                <a:solidFill>
                  <a:srgbClr val="FFB454"/>
                </a:solidFill>
                <a:latin typeface="Trebuchet MS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3600" b="1">
                <a:solidFill>
                  <a:srgbClr val="E8EDF4"/>
                </a:solidFill>
                <a:latin typeface="Trebuchet MS"/>
              </a:rPr>
              <a:t>OR amplification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4480560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OR vs its fair baseline at window 512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3_or_minus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30" y="1325880"/>
            <a:ext cx="10110434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Fair pair: D (OR) vs A′ (flex baseline), same window, same seed; only OR differs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DM equal (−0.07 ± 0.07); perfect +0.44 ± 0.11 for OR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E8EDF4"/>
                </a:solidFill>
                <a:latin typeface="Trebuchet MS"/>
              </a:rPr>
              <a:t>•  At 512 the plain window already sees enough; OR should matter at smaller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OR's one weakness: the φ seam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4_s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339" y="1325880"/>
            <a:ext cx="8725017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OR's hash orderings treat φ as linear, so every table has a seam at ±π (baselines wrap)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−1.5 points within 0.05 rad of the seam, but only ≈ 0.02 points overall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E8EDF4"/>
                </a:solidFill>
                <a:latin typeface="Trebuchet MS"/>
              </a:rPr>
              <a:t>•  Possible fix: rotate φ randomly per hash table so the OR merge repairs the seam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Window sweep: does OR hold up at smaller windows?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5_sweep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39" y="1325880"/>
            <a:ext cx="8615617" cy="3794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248656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8FA3BC"/>
                </a:solidFill>
                <a:latin typeface="Trebuchet MS"/>
              </a:rPr>
              <a:t>•  4 configs (windows 256 and 128, baseline and OR) × 2 seeds, two jobs at a time on the GPU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1">
                <a:solidFill>
                  <a:srgbClr val="FFB454"/>
                </a:solidFill>
                <a:latin typeface="Trebuchet MS"/>
              </a:rPr>
              <a:t>•  Baseline at window 256 tracks the paper reproduction epoch by epoch (0.332 vs 0.324 at epoch 18)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lang="en-GB" sz="1450" b="0">
                <a:solidFill>
                  <a:srgbClr val="E8EDF4"/>
                </a:solidFill>
                <a:latin typeface="Trebuchet MS"/>
              </a:rPr>
              <a:t>•  OR at window 256 left the plateau at epoch 9 (D at 512: epoch 8); test-set numbers once runs finish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26364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>
                <a:solidFill>
                  <a:srgbClr val="8FA3BC"/>
                </a:solidFill>
                <a:latin typeface="Trebuchet M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GB" sz="2600" b="1">
                <a:solidFill>
                  <a:srgbClr val="E8EDF4"/>
                </a:solidFill>
                <a:latin typeface="Trebuchet MS"/>
              </a:rPr>
              <a:t>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1828800" cy="5080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226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900" b="0" dirty="0">
                <a:solidFill>
                  <a:srgbClr val="E8EDF4"/>
                </a:solidFill>
                <a:latin typeface="Trebuchet MS"/>
              </a:rPr>
              <a:t>Finish the window sweep and evaluate every run (seed 42 first)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900" b="1" dirty="0">
                <a:solidFill>
                  <a:srgbClr val="FFB454"/>
                </a:solidFill>
                <a:latin typeface="Trebuchet MS"/>
              </a:rPr>
              <a:t>See if OR keep efficiency at windows 256 and 128?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900" b="0" dirty="0">
                <a:solidFill>
                  <a:srgbClr val="E8EDF4"/>
                </a:solidFill>
                <a:latin typeface="Trebuchet MS"/>
              </a:rPr>
              <a:t>DQ+LSCA reproduction (target: 97.6 / 93.9 / 0.4) from Mungo against OR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900" b="0" dirty="0">
                <a:solidFill>
                  <a:srgbClr val="E8EDF4"/>
                </a:solidFill>
                <a:latin typeface="Trebuchet MS"/>
              </a:rPr>
              <a:t>Periodic-φ OR to remove the seam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lang="en-GB" sz="1900" b="0" dirty="0">
                <a:solidFill>
                  <a:srgbClr val="E8EDF4"/>
                </a:solidFill>
                <a:latin typeface="Trebuchet MS"/>
              </a:rPr>
              <a:t>Overlap the matcher with the forward pass for more training speed-up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3673" y="6263640"/>
            <a:ext cx="34496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200" dirty="0">
                <a:solidFill>
                  <a:srgbClr val="8FA3BC"/>
                </a:solidFill>
                <a:latin typeface="Trebuchet M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1174</Words>
  <Application>Microsoft Office PowerPoint</Application>
  <PresentationFormat>Widescreen</PresentationFormat>
  <Paragraphs>107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Luke Johnson</cp:lastModifiedBy>
  <cp:revision>5</cp:revision>
  <dcterms:created xsi:type="dcterms:W3CDTF">2013-01-27T09:14:16Z</dcterms:created>
  <dcterms:modified xsi:type="dcterms:W3CDTF">2026-10-08T09:17:19Z</dcterms:modified>
  <cp:category/>
</cp:coreProperties>
</file>