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lang="en-GB">
                <a:solidFill>
                  <a:srgbClr val="E8EDF4"/>
                </a:solidFill>
                <a:latin typeface="Trebuchet MS"/>
              </a:rPr>
              <a:t>Reproducing UCL's Pix0.6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611880"/>
            <a:ext cx="237744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lang="en-GB">
                <a:solidFill>
                  <a:srgbClr val="8FA3BC"/>
                </a:solidFill>
                <a:latin typeface="Trebuchet MS"/>
              </a:rPr>
              <a:t>Training 2–3× faster, an inconsistency in the paper, and the first OR-vs-baseline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FFB454"/>
                </a:solidFill>
                <a:latin typeface="Trebuchet MS"/>
              </a:rPr>
              <a:t>Luke Johnson  ·  Tracking meeting  ·  8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Where we left off last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8FA3BC"/>
                </a:solidFill>
                <a:latin typeface="Trebuchet MS"/>
              </a:rPr>
              <a:t>Hit-filter run diverged: six corrupt pixels + fp16 gradient scale hitting zero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8FA3BC"/>
                </a:solidFill>
                <a:latin typeface="Trebuchet MS"/>
              </a:rPr>
              <a:t>Plan: confirm the filter, train DQ+MA to the paper's number, then the OR arms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1" lang="en-GB">
                <a:solidFill>
                  <a:srgbClr val="FFB454"/>
                </a:solidFill>
                <a:latin typeface="Trebuchet MS"/>
              </a:rPr>
              <a:t>This week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•  Switched to UCL's own data and 600 MeV filter: Pix0.6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•  Made training 2–3× faster, with identical results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•  Reproduced the paper, and found Table 4 mixes two pT thresholds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•  First OR vs baseline comparison; window sweep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We now use UCL's data and their 600 MeV hit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Data: the CodaLab release UCL used, 8,543 train / 100 val / 100 test events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lang="en-GB">
                <a:solidFill>
                  <a:srgbClr val="6BCB77"/>
                </a:solidFill>
                <a:latin typeface="Trebuchet MS"/>
              </a:rPr>
              <a:t>56.7k pixel hits and 2607 ± 329 particles per event: Table 3 says 56.7k and 2600 ± 340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Filter: Pippa's 600 MeV filter outputs, threshold 0.1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lang="en-GB">
                <a:solidFill>
                  <a:srgbClr val="6BCB77"/>
                </a:solidFill>
                <a:latin typeface="Trebuchet MS"/>
              </a:rPr>
              <a:t>99.13% particle retention, 20.3k hits per event: Table 3 says 99.1% and 20.3k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1" lang="en-GB">
                <a:solidFill>
                  <a:srgbClr val="FFB454"/>
                </a:solidFill>
                <a:latin typeface="Trebuchet MS"/>
              </a:rPr>
              <a:t>So we reproduce Pix0.6: trained on pT ≥ 0.6 GeV, evaluated on pT &gt; 1 GeV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Configs set to the paper's values: 3,900 queries, focal weight 25, LSCA window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Making training 2–3× faster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Training was waiting on the Hungarian matcher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step_sh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62" y="1325880"/>
            <a:ext cx="1022497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Matching pairs ~3,900 predicted tracks with ~2,500 particles, 4× per step, on the CPU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≈ 35% of every step was just copying the 243 MB cost table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Fix: do the reshuffling on the GPU, copy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cop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60" y="1325880"/>
            <a:ext cx="909317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Toggle 1 (prepare_on_device): same numbers reach the same solver → identical matching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B454"/>
                </a:solidFill>
                <a:latin typeface="Trebuchet MS"/>
              </a:rPr>
              <a:t>•  Toggle 2 (trim_padded_queries): also drops the 18–39% padded query columns → smaller solve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Toggle 2 changes which leftover queries get the 'no object' loss (0.16% early, 0% late)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Measured: 1.9–2.6× faster, 3.1× with both toggles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47" y="1325880"/>
            <a:ext cx="869840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Same config, seed and events; timed over steps 150–600, after compile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Toggle 1 cuts a 30-epoch run from ≈ 53–70 h to ≈ 20–36 h, with identical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Only the matcher got faster, and it's robust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lat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1" y="1325880"/>
            <a:ext cx="100022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Faster on 100% of steps; repeats agree within 1%; other users' CPU load didn't move it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B454"/>
                </a:solidFill>
                <a:latin typeface="Trebuchet MS"/>
              </a:rPr>
              <a:t>•  Left in the matcher (≈ 114 ms): 69 ms waiting for the GPU forward, 38 ms of actual solves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Next gain: overlap the solves with the forward pass (up to ≈ 1.2×)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Reproducing the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Every run plateaus, then its masks snap into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59" y="1325880"/>
            <a:ext cx="837717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Plateau: track masks are poor (dice ≈ 0.3); first-hit finding is already ≈ 96% efficient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A′ (flex) only escaped at epoch 24: same model, much less real training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How long a run stays on the plateau is very sensitive → the sweep uses two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A′ isn't worse because of flex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flash_f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88" y="1325880"/>
            <a:ext cx="10052519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Paper-run weights through both backends: outputs differ by less than bf16 rounding, loss equal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The flash/flex gap in A′ is the plateau, not the attention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Test set: the reproduction is close to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325880"/>
            <a:ext cx="10881360" cy="348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38807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UCL's evaluator, pT &gt; 1 GeV, track valid &gt; 0.5, IoU &gt; 0.5, 100 test events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DM 97.7% vs 98.0%, perfect 94.7% vs 95.3%, fake rate 0.3% vs 0.3%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Best val loss 0.289 vs UCL's own run 0.285, both at epoch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Table 4's perfect efficiency is a pT ≥ 0.6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table4_vs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325880"/>
            <a:ext cx="10881360" cy="3556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1071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Integrating the paper's own Figure 7 (values extracted from the PDF) over each pT threshold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DM column = pT &gt; 1, perfect column = pT ≥ 0.6, for both decoders: 93.2 → 95.3, 91.5 → 93.9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The updated paper (23 Sep) still has it, and repeats 93.2% in the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Why the threshold matters so much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p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43" y="1325880"/>
            <a:ext cx="9121209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57.5% of trained particles are below 1 GeV, where efficiency is lowest (≈ 93% and 97%)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Including them pulls efficiency down ≈ 2 points: Table 4's 98.0% couldn't be a pT ≥ 0.6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Per pT bin we track the paper's Figure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eff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681" y="1325880"/>
            <a:ext cx="896833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DM within ≈ 0.5 points of the paper up to 6 GeV; perfect ≈ 0.5–0.8 below at 1–3 GeV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The remaining gap is in complete hit assignment, not in finding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Efficiency vs η matches the paper's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eff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12" y="1325880"/>
            <a:ext cx="867507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Evaluated particles (pT &gt; 1 GeV); the central dip at |η| &lt; 1 is in the paper's Figure 7b too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5AC8FA"/>
                </a:solidFill>
                <a:latin typeface="Trebuchet MS"/>
              </a:rPr>
              <a:t>•  The paper reproduction has the best perfect efficiency almost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Operating points: the IoU cut is the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cut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09" y="1325880"/>
            <a:ext cx="919627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Track-validity cut barely matters below 0.7; the predicted-IoU cut trades efficiency for fakes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At the paper's fake rate: 97.7 / 94.7; loosest cuts: 98.3 / 95.0 at 3× the 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OR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OR vs its fair baseline at window 512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or_minu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30" y="1325880"/>
            <a:ext cx="1011043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Fair pair: D (OR) vs A′ (flex baseline), same window, same seed; only OR differs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DM equal (−0.07 ± 0.07); perfect +0.44 ± 0.11 for OR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At 512 the plain window already sees enough; OR should matter at smaller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OR's one weakness: the φ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s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39" y="1325880"/>
            <a:ext cx="872501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OR's hash orderings treat φ as linear, so every table has a seam at ±π (baselines wrap)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−1.5 points within 0.05 rad of the seam, but only ≈ 0.02 points overall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Possible fix: rotate φ randomly per hash table so the OR merge repairs the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Window 256: the baseline holds up, OR doesn't help (yet)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6_swee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325880"/>
            <a:ext cx="10881360" cy="3187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641607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Seed 42, test set: OR is 0.4 below the baseline on DM and 1.3 below on perfect efficiency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Halving the window costs the baseline nothing: 97.9 / 95.1 / 0.3, as good as the flash reproduction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E8EDF4"/>
                </a:solidFill>
                <a:latin typeface="Trebuchet MS"/>
              </a:rPr>
              <a:t>•  One seed; the run that leaves the plateau first wins (also at 512). Seed 43 and window 128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Compared at equal training after the plateau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sweep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116" y="1325880"/>
            <a:ext cx="8765462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x = epochs since each run left the plateau, so runs are compared at equal real training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At window 256 OR stays slightly above its baseline until they converge ≈ 16 epochs in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OR w256 diverged in its last epoch (loss 0.46 → 660,829 in one step); its epoch-28 checkpoint was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6BCB77"/>
                </a:solidFill>
                <a:latin typeface="Trebuchet MS"/>
              </a:rPr>
              <a:t>Paper reproduction, A′, D and both window-256 runs: finished and evaluated (pT &gt; 1 GeV)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Window 128, seed 42: training, done ≈ 8 Oct 23:00 and 9 Oct 03:00; seed 43 ≈ 10–12 Oct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Each sweep run is evaluated automatically as it finishes (same evaluator, same cuts)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lang="en-GB">
                <a:solidFill>
                  <a:srgbClr val="FF6B6B"/>
                </a:solidFill>
                <a:latin typeface="Trebuchet MS"/>
              </a:rPr>
              <a:t>The notebook session has a 7-day lifetime: it expires 12 Oct 10:08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That is what killed A′ and D on 5 Oct (not a reboot). Checkpoints survive on /shared, so the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last sweep runs will be resumed in the next session, losing at most one epoch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Questions for UCL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lang="en-GB">
                <a:solidFill>
                  <a:srgbClr val="FFB454"/>
                </a:solidFill>
                <a:latin typeface="Trebuchet MS"/>
              </a:rPr>
              <a:t>1.  Table 4, Pix0.6: is the perfect efficiency (93.2%, 91.5%) a pT ≥ 0.6 value?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     Figure 7 integrated over pT &gt; 1 gives 95.3% and 93.9%. Could we get your __test.h5?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2.  Which track-validity and IoU cuts are behind Table 4?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3.  Did you see the training plateau? Anything that avoids it (warm-up, seeding)?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4.  Two upstream issues we found: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     •  the loss masks padded queries with an unpermuted query_mask after matching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8FA3BC"/>
                </a:solidFill>
                <a:latin typeface="Trebuchet MS"/>
              </a:rPr>
              <a:t>     •  attn_type: torch gives garbage (loss 6.8 with good weights); lap1015_early is broken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5.  Interested in the matcher toggles? Toggle 1 is a drop-in, identical-results speed-up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Finish the window sweep and evaluate every run (seed 42 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1" lang="en-GB">
                <a:solidFill>
                  <a:srgbClr val="FFB454"/>
                </a:solidFill>
                <a:latin typeface="Trebuchet MS"/>
              </a:rPr>
              <a:t>Seed 43 and window 128: is the window-256 result a plateau effect or real?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Find out why OR w256 diverged at epoch 29.6 (numerical? which event?)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DQ+LSCA reproduction (target: 97.6 / 93.9 / 0.4)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Periodic-φ OR to remove the seam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Overlap the matcher with the forward pass for the next speed-up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