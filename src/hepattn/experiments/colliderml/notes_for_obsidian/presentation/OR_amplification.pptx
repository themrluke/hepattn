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lang="en-GB">
                <a:solidFill>
                  <a:srgbClr val="E8EDF4"/>
                </a:solidFill>
                <a:latin typeface="Trebuchet MS"/>
              </a:rPr>
              <a:t>Per-head orderings and OR amplification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611880"/>
            <a:ext cx="237744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lang="en-GB">
                <a:solidFill>
                  <a:srgbClr val="8FA3BC"/>
                </a:solidFill>
                <a:latin typeface="Trebuchet MS"/>
              </a:rPr>
              <a:t>Letting every attention head see a different arrangement of the same event — and why the way you implement it is worth 11x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lang="en-GB">
                <a:solidFill>
                  <a:srgbClr val="FFB454"/>
                </a:solidFill>
                <a:latin typeface="Trebuchet MS"/>
              </a:rPr>
              <a:t>ColliderML tracking  ·  hepattn  ·  OR-amplification branch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The problem in one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lang="en-GB">
                <a:solidFill>
                  <a:srgbClr val="E8EDF4"/>
                </a:solidFill>
                <a:latin typeface="Trebuchet MS"/>
              </a:rPr>
              <a:t>A pixel event has ~100,000 hits. Full attention is N² ≈ 10¹⁰ per layer.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lang="en-GB">
                <a:solidFill>
                  <a:srgbClr val="E8EDF4"/>
                </a:solidFill>
                <a:latin typeface="Trebuchet MS"/>
              </a:rPr>
              <a:t>So we let each hit attend only to a window of ~512 neighbours — a ~200x saving.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1" lang="en-GB">
                <a:solidFill>
                  <a:srgbClr val="FFB454"/>
                </a:solidFill>
                <a:latin typeface="Trebuchet MS"/>
              </a:rPr>
              <a:t>But attention operates on a 1-D list, and "nearby in the list" is not "nearby in the detector".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lang="en-GB">
                <a:solidFill>
                  <a:srgbClr val="E8EDF4"/>
                </a:solidFill>
                <a:latin typeface="Trebuchet MS"/>
              </a:rPr>
              <a:t>Ordering (serialization) is what makes those two things mean the same thing.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1" lang="en-GB">
                <a:solidFill>
                  <a:srgbClr val="FF6B6B"/>
                </a:solidFill>
                <a:latin typeface="Trebuchet MS"/>
              </a:rPr>
              <a:t>And no single ordering can keep every track intact.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lang="en-GB">
                <a:solidFill>
                  <a:srgbClr val="8FA3BC"/>
                </a:solidFill>
                <a:latin typeface="Trebuchet MS"/>
              </a:rPr>
              <a:t>Everything in this talk is downstream of that last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Why we cannot afford full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cost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247" y="1325880"/>
            <a:ext cx="7595201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lang="en-GB">
                <a:solidFill>
                  <a:srgbClr val="FFB454"/>
                </a:solidFill>
                <a:latin typeface="Trebuchet MS"/>
              </a:rPr>
              <a:t>Local attention is not an optimisation — it is the only way this runs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Serialization: flattening the detector onto a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seri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909" y="1325880"/>
            <a:ext cx="931987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lang="en-GB">
                <a:solidFill>
                  <a:srgbClr val="FFB454"/>
                </a:solidFill>
                <a:latin typeface="Trebuchet MS"/>
              </a:rPr>
              <a:t>Sorting is what gives "my neighbours in the list" any physical 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The catch: every ordering cuts somewhere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split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991" y="1325880"/>
            <a:ext cx="7433713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2-D geometry cannot be flattened to 1-D without cuts — this is structural, not a tuning problem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A track split by one ordering is usually kept whole by a different one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So give each head several orderings and combine them. That is OR amplification.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lang="en-GB">
                <a:solidFill>
                  <a:srgbClr val="FFB454"/>
                </a:solidFill>
                <a:latin typeface="Trebuchet MS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lang="en-GB">
                <a:solidFill>
                  <a:srgbClr val="E8EDF4"/>
                </a:solidFill>
                <a:latin typeface="Trebuchet MS"/>
              </a:rPr>
              <a:t>Which local-attention pattern, and 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Two ways to define "the window of neighbours"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window_vs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412" y="1325880"/>
            <a:ext cx="7962870" cy="3794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5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5AC8FA"/>
                </a:solidFill>
                <a:latin typeface="Trebuchet MS"/>
              </a:rPr>
              <a:t>•  Sliding window: symmetric, overlapping, no boundaries — but windows do not tile, so it needs a mask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C792EA"/>
                </a:solidFill>
                <a:latin typeface="Trebuchet MS"/>
              </a:rPr>
              <a:t>•  Block-sparse: fixed blocks, dense inside each, no mask at all — but it introduces seams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HEPTv2 is block-sparse — code-confirmed: no mask argument anywhere in its 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"BlockMask" is not "block-sparse"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a_blockmask_vs_blockspa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991" y="1325880"/>
            <a:ext cx="5913713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BlockMask is a PyTorch data structure: which 128x128 tiles hold any admitted pair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C792EA"/>
                </a:solidFill>
                <a:latin typeface="Trebuchet MS"/>
              </a:rPr>
              <a:t>•  Block-sparse is an attention PATTERN: fixed disjoint blocks, dense inside each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We store a sliding window in a BlockMask — the structure, not the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Sliding window vs block-sparse: which for 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lang="en-GB">
                <a:solidFill>
                  <a:srgbClr val="FF6B6B"/>
                </a:solidFill>
                <a:latin typeface="Trebuchet MS"/>
              </a:rPr>
              <a:t>Block-sparse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lang="en-GB">
                <a:solidFill>
                  <a:srgbClr val="E8EDF4"/>
                </a:solidFill>
                <a:latin typeface="Trebuchet MS"/>
              </a:rPr>
              <a:t>•  Hard seams every block_size tokens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lang="en-GB">
                <a:solidFill>
                  <a:srgbClr val="E8EDF4"/>
                </a:solidFill>
                <a:latin typeface="Trebuchet MS"/>
              </a:rPr>
              <a:t>•  A track straddling a seam loses its other half at that layer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lang="en-GB">
                <a:solidFill>
                  <a:srgbClr val="E8EDF4"/>
                </a:solidFill>
                <a:latin typeface="Trebuchet MS"/>
              </a:rPr>
              <a:t>•  Edge hits see companions on one side only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lang="en-GB">
                <a:solidFill>
                  <a:srgbClr val="FF6B6B"/>
                </a:solidFill>
                <a:latin typeface="Trebuchet MS"/>
              </a:rPr>
              <a:t>•  But: gather → reshape → dense, no mask. Perfect kernel utilisation.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lang="en-GB">
                <a:solidFill>
                  <a:srgbClr val="6BCB77"/>
                </a:solidFill>
                <a:latin typeface="Trebuchet MS"/>
              </a:rPr>
              <a:t>Sliding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lang="en-GB">
                <a:solidFill>
                  <a:srgbClr val="E8EDF4"/>
                </a:solidFill>
                <a:latin typeface="Trebuchet MS"/>
              </a:rPr>
              <a:t>•  No seams — every hit gets a symmetric neighbourhood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lang="en-GB">
                <a:solidFill>
                  <a:srgbClr val="E8EDF4"/>
                </a:solidFill>
                <a:latin typeface="Trebuchet MS"/>
              </a:rPr>
              <a:t>•  Preserves more track locality per unit of compute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lang="en-GB">
                <a:solidFill>
                  <a:srgbClr val="E8EDF4"/>
                </a:solidFill>
                <a:latin typeface="Trebuchet MS"/>
              </a:rPr>
              <a:t>•  Requires a real mask (flex mask_mod + BlockMask)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lang="en-GB">
                <a:solidFill>
                  <a:srgbClr val="6BCB77"/>
                </a:solidFill>
                <a:latin typeface="Trebuchet MS"/>
              </a:rPr>
              <a:t>•  Chosen: it is what our encoder and benchmarks are already built around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lang="en-GB">
                <a:solidFill>
                  <a:srgbClr val="8FA3BC"/>
                </a:solidFill>
                <a:latin typeface="Trebuchet MS"/>
              </a:rPr>
              <a:t>Key insight: block-sparse is not better in the abstract — it becomes SAFE once OR amplification exists to repair its seams. HEPTv2's two choices are a matched pair, not independent.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lang="en-GB">
                <a:solidFill>
                  <a:srgbClr val="FFB454"/>
                </a:solidFill>
                <a:latin typeface="Trebuchet MS"/>
              </a:rPr>
              <a:t>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lang="en-GB">
                <a:solidFill>
                  <a:srgbClr val="E8EDF4"/>
                </a:solidFill>
                <a:latin typeface="Trebuchet MS"/>
              </a:rPr>
              <a:t>How several orderings become one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OR amplification: the log-sum-exp merge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lse_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518" y="1325880"/>
            <a:ext cx="9474658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6B6B"/>
                </a:solidFill>
                <a:latin typeface="Trebuchet MS"/>
              </a:rPr>
              <a:t>•  You cannot just average — a neighbour found by two orderings must count more than one found by one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lse is the attention mass each neighbourhood gathered: exactly the right weight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The result is mathematically EXACT attention over the union of all the neighbourhoods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Two axes that are easy to confuse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lang="en-GB">
                <a:solidFill>
                  <a:srgbClr val="FFB454"/>
                </a:solidFill>
                <a:latin typeface="Trebuchet MS"/>
              </a:rPr>
              <a:t>c = n_hashes       different LSH orderings   →   merged by LSE, inside each head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lang="en-GB">
                <a:solidFill>
                  <a:srgbClr val="8FA3BC"/>
                </a:solidFill>
                <a:latin typeface="Trebuchet MS"/>
              </a:rPr>
              <a:t>                            buys:  OR amplification, i.e. recall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lang="en-GB">
                <a:solidFill>
                  <a:srgbClr val="5AC8FA"/>
                </a:solidFill>
                <a:latin typeface="Trebuchet MS"/>
              </a:rPr>
              <a:t>h = num_heads    different learned subspaces   →   concat + out_proj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lang="en-GB">
                <a:solidFill>
                  <a:srgbClr val="8FA3BC"/>
                </a:solidFill>
                <a:latin typeface="Trebuchet MS"/>
              </a:rPr>
              <a:t>                            buys:  ordinary multi-head capacity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lang="en-GB">
                <a:solidFill>
                  <a:srgbClr val="FF6B6B"/>
                </a:solidFill>
                <a:latin typeface="Trebuchet MS"/>
              </a:rPr>
              <a:t>Head-mixing is NOT OR. OR is the LSE merge.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lang="en-GB">
                <a:solidFill>
                  <a:srgbClr val="E8EDF4"/>
                </a:solidFill>
                <a:latin typeface="Trebuchet MS"/>
              </a:rPr>
              <a:t>You cannot fake this with a cleverer global sort: one list gives each hit exactly one set of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lang="en-GB">
                <a:solidFill>
                  <a:srgbClr val="E8EDF4"/>
                </a:solidFill>
                <a:latin typeface="Trebuchet MS"/>
              </a:rPr>
              <a:t>neighbours. Multi-ordering must live INSIDE the attention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How one ordering is actually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a_lsh_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95" y="1325880"/>
            <a:ext cx="9510704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FFB454"/>
                </a:solidFill>
                <a:latin typeface="Trebuchet MS"/>
              </a:rPr>
              <a:t>•  Equal-OCCUPANCY quantile bins in eta and phi — each bin holds the same number of hits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FF6B6B"/>
                </a:solidFill>
                <a:latin typeface="Trebuchet MS"/>
              </a:rPr>
              <a:t>•  Plus a random projection direction, which breaks ties INSIDE a bin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Bin terms step by D, the projection can only vary by D — so bins are coarse, projection 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Why two cells disagree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b_lsh_two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566" y="1325880"/>
            <a:ext cx="5620562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Each cell draws its own bin counts, its own bin edges, and its own projection direction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The same six hits end up spanning very different stretches of the sequence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That disagreement is not a defect — it is exactly what OR amplification exploits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Where the diversity comes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o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509" y="1325880"/>
            <a:ext cx="7258677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Each (layer, head, hash) cell draws its own random projection and quantile grid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Frozen at construction — the same event always serialises the same way, so inference is reproducible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The RULE is frozen, not the order: different events still give different permutations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lang="en-GB">
                <a:solidFill>
                  <a:srgbClr val="FFB454"/>
                </a:solidFill>
                <a:latin typeface="Trebuchet M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lang="en-GB">
                <a:solidFill>
                  <a:srgbClr val="E8EDF4"/>
                </a:solidFill>
                <a:latin typeface="Trebuchet MS"/>
              </a:rPr>
              <a:t>Two ways to build it — and they are not equal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masked vs sorted: same pairs, different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masked_vs_s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903" y="1325880"/>
            <a:ext cx="6147889" cy="3794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5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6B6B"/>
                </a:solidFill>
                <a:latin typeface="Trebuchet MS"/>
              </a:rPr>
              <a:t>•  masked — leave the hits, put the ordering in a lookup table. Every head needs its OWN mask.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sorted — rearrange the hits, and the rule stops mentioning any ordering. ONE mask for all 24 cells.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Both compute bit-for-bit identical output. A test asserts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Background: how tiled attention actually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a_tile_mechan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630" y="1325880"/>
            <a:ext cx="7254435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Flash and flex never build the full N x N matrix — they walk it in tiles sized for on-chip SRAM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6B6B"/>
                </a:solidFill>
                <a:latin typeface="Trebuchet MS"/>
              </a:rPr>
              <a:t>•  The mask is applied to the scores AFTER the tile's matmul: masking discards, it does not save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So a tile is all-or-nothing — skipped entirely, or paid for in full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Why that matters: the GPU skips tiles, not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776" y="1325880"/>
            <a:ext cx="6358142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Same number of admitted pairs in both panels — only their POSITION relative to the tile grid differs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Schematic at 96 tokens; on real events the measured figures are 4.8% and 23.2% of tiles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How much of that computed work is wasted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b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298" y="1325880"/>
            <a:ext cx="8539099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Only 3.9% of the score matrix is genuinely wanted — and that is identical for every ordering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sorted computes 1.2x more than needed;  masked computes 5.9x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Where it plugs into the encoder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082" y="1325880"/>
            <a:ext cx="9869531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FF6B6B"/>
                </a:solidFill>
                <a:latin typeface="Trebuchet MS"/>
              </a:rPr>
              <a:t>•  Coordinates must be permuted alongside the tokens — the subtlest bug in the whole feature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Padding sorts to the tail of every ordering, so one shared mask can still exclude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lang="en-GB">
                <a:solidFill>
                  <a:srgbClr val="FFB454"/>
                </a:solidFill>
                <a:latin typeface="Trebuchet M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lang="en-GB">
                <a:solidFill>
                  <a:srgbClr val="E8EDF4"/>
                </a:solidFill>
                <a:latin typeface="Trebuchet MS"/>
              </a:rPr>
              <a:t>What we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Step 4a — the go/no-go: is the mask actually sparse?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80" y="1325880"/>
            <a:ext cx="6048935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Worry: 24 different orderings over one layout could make every tile non-empty (density 1.0)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It did not — LSH orderings sort the same geometry, so they stay correlated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How you lay the sequence out matters as much as the orderings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Where the time actually goes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cos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588" y="1325880"/>
            <a:ext cx="6516518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FF6B6B"/>
                </a:solidFill>
                <a:latin typeface="Trebuchet MS"/>
              </a:rPr>
              <a:t>•  masked must rebuild a 24-row mask every layer of every event — its rule depends on the event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sorted's window is position-only: one row, built once, reused across layers and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The headline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end_to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427" y="1325880"/>
            <a:ext cx="684884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6BCB77"/>
                </a:solidFill>
                <a:latin typeface="Trebuchet MS"/>
              </a:rPr>
              <a:t>•  sorted is 11x cheaper than masked, for identical output — this decided the design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vs today's sliding window: 5.6x for the encoder, but only 1.44x per training step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(attention is a smaller share of the full model than the isolated benchmark suggests)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Tiling cannot rescue the masked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block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775" y="1325880"/>
            <a:ext cx="737814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lang="en-GB">
                <a:solidFill>
                  <a:srgbClr val="FFB454"/>
                </a:solidFill>
                <a:latin typeface="Trebuchet MS"/>
              </a:rPr>
              <a:t>The gap is a property of how scattered the ranks are, not of the tile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A methodology warning worth your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4_compile_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31" y="1325880"/>
            <a:ext cx="7267233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6B6B"/>
                </a:solidFill>
                <a:latin typeface="Trebuchet MS"/>
              </a:rPr>
              <a:t>•  This flipped a conclusion: mask-building went from "&lt;4% of the cost" to "92% of the cost"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Nothing about the mask changed — only what it was being divided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lang="en-GB">
                <a:solidFill>
                  <a:srgbClr val="FFB454"/>
                </a:solidFill>
                <a:latin typeface="Trebuchet MS"/>
              </a:rPr>
              <a:t>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lang="en-GB">
                <a:solidFill>
                  <a:srgbClr val="E8EDF4"/>
                </a:solidFill>
                <a:latin typeface="Trebuchet MS"/>
              </a:rPr>
              <a:t>How we know it is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Testing strategy: degenerate cases with known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lang="en-GB">
                <a:solidFill>
                  <a:srgbClr val="6BCB77"/>
                </a:solidFill>
                <a:latin typeface="Trebuchet MS"/>
              </a:rPr>
              <a:t>1.  One hash + identity ordering MUST reproduce the plain sliding window, exactly.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lang="en-GB">
                <a:solidFill>
                  <a:srgbClr val="8FA3BC"/>
                </a:solidFill>
                <a:latin typeface="Trebuchet MS"/>
              </a:rPr>
              <a:t>     Collapses the new path onto an old, trusted one.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lang="en-GB">
                <a:solidFill>
                  <a:srgbClr val="6BCB77"/>
                </a:solidFill>
                <a:latin typeface="Trebuchet MS"/>
              </a:rPr>
              <a:t>2.  Give ONLY head 0 the identity ordering — catches head-major vs hash-major flattening,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lang="en-GB">
                <a:solidFill>
                  <a:srgbClr val="8FA3BC"/>
                </a:solidFill>
                <a:latin typeface="Trebuchet MS"/>
              </a:rPr>
              <a:t>     which the single-hash test structurally cannot see.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lang="en-GB">
                <a:solidFill>
                  <a:srgbClr val="6BCB77"/>
                </a:solidFill>
                <a:latin typeface="Trebuchet MS"/>
              </a:rPr>
              <a:t>3.  sorted and masked must agree — this is what makes changing the default safe.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lang="en-GB">
                <a:solidFill>
                  <a:srgbClr val="6BCB77"/>
                </a:solidFill>
                <a:latin typeface="Trebuchet MS"/>
              </a:rPr>
              <a:t>4.  Padding must not change the answer for real hits.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lang="en-GB">
                <a:solidFill>
                  <a:srgbClr val="FFB454"/>
                </a:solidFill>
                <a:latin typeface="Trebuchet MS"/>
              </a:rPr>
              <a:t>Every test was checked by reintroducing the bug and confirming it goes 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lang="en-GB">
                <a:solidFill>
                  <a:srgbClr val="8FA3BC"/>
                </a:solidFill>
                <a:latin typeface="Trebuchet MS"/>
              </a:rPr>
              <a:t>Bugs found this way: a fp16 dtype mismatch that would have crashed the first real forward pass, and a cached mask reusing the first event's padding.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Bugs found along the way — all silent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lang="en-GB">
                <a:solidFill>
                  <a:srgbClr val="FF6B6B"/>
                </a:solidFill>
                <a:latin typeface="Trebuchet MS"/>
              </a:rPr>
              <a:t>Coordinates not permuted with their tokens  →  every ordering describes hits that have moved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lang="en-GB">
                <a:solidFill>
                  <a:srgbClr val="FF6B6B"/>
                </a:solidFill>
                <a:latin typeface="Trebuchet MS"/>
              </a:rPr>
              <a:t>OR merge returned float32 into a half-precision layer  →  would have crashed the first real step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lang="en-GB">
                <a:solidFill>
                  <a:srgbClr val="FF6B6B"/>
                </a:solidFill>
                <a:latin typeface="Trebuchet MS"/>
              </a:rPr>
              <a:t>Cached mask captured the first event's padding  →  every later event masked wrongly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lang="en-GB">
                <a:solidFill>
                  <a:srgbClr val="FF6B6B"/>
                </a:solidFill>
                <a:latin typeface="Trebuchet MS"/>
              </a:rPr>
              <a:t>set_backend silently dropped the sliding window  →  benchmarks against an unwindowed baseline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 lang="en-GB">
                <a:solidFill>
                  <a:srgbClr val="FF6B6B"/>
                </a:solidFill>
                <a:latin typeface="Trebuchet MS"/>
              </a:rPr>
              <a:t>flex attention ran uncompiled everywhere  →  27x slower, and it inverted a design conclusion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lang="en-GB">
                <a:solidFill>
                  <a:srgbClr val="FFB454"/>
                </a:solidFill>
                <a:latin typeface="Trebuchet MS"/>
              </a:rPr>
              <a:t>None of these raise. All were found by testing against a known answer, or by running at realistic size and precision.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lang="en-GB">
                <a:solidFill>
                  <a:srgbClr val="FFB454"/>
                </a:solidFill>
                <a:latin typeface="Trebuchet MS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lang="en-GB">
                <a:solidFill>
                  <a:srgbClr val="E8EDF4"/>
                </a:solidFill>
                <a:latin typeface="Trebuchet MS"/>
              </a:rPr>
              <a:t>Where we are, and the open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Training comparison — in flight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527" y="1325880"/>
            <a:ext cx="818264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lang="en-GB">
                <a:solidFill>
                  <a:srgbClr val="FFB454"/>
                </a:solidFill>
                <a:latin typeface="Trebuchet MS"/>
              </a:rPr>
              <a:t>•  Both arms are indistinguishable, so this says nothing about OR amplification YET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FF6B6B"/>
                </a:solidFill>
                <a:latin typeface="Trebuchet MS"/>
              </a:rPr>
              <a:t>•  Metrics are poor for both: the config is pixel-barrel only, ~4.4 hits per particle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lang="en-GB">
                <a:solidFill>
                  <a:srgbClr val="8FA3BC"/>
                </a:solidFill>
                <a:latin typeface="Trebuchet MS"/>
              </a:rPr>
              <a:t>•  Next: fix the baseline setup before the A/B can mean anything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lang="en-GB">
                <a:solidFill>
                  <a:srgbClr val="E8EDF4"/>
                </a:solidFill>
                <a:latin typeface="Trebuchet MS"/>
              </a:rPr>
              <a:t>Status and what is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lang="en-GB">
                <a:solidFill>
                  <a:srgbClr val="6BCB77"/>
                </a:solidFill>
                <a:latin typeface="Trebuchet MS"/>
              </a:rPr>
              <a:t>Done:  frozen ordering grid · OR axis + LSE merge · per-head mask · encoder and MaskFormer wiring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lang="en-GB">
                <a:solidFill>
                  <a:srgbClr val="6BCB77"/>
                </a:solidFill>
                <a:latin typeface="Trebuchet MS"/>
              </a:rPr>
              <a:t>           padding · 452 tests passing · benchmarked · audited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lang="en-GB">
                <a:solidFill>
                  <a:srgbClr val="E8EDF4"/>
                </a:solidFill>
                <a:latin typeface="Trebuchet MS"/>
              </a:rPr>
              <a:t>Default is or_impl="sorted"; masked stays as the reference implementation for benchmarking.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800" b="0" lang="en-GB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 lang="en-GB">
                <a:solidFill>
                  <a:srgbClr val="FFB454"/>
                </a:solidFill>
                <a:latin typeface="Trebuchet MS"/>
              </a:rPr>
              <a:t>The open question is not engineering: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Does OR amplification earn its cost?  That needs a training run on a config whose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baseline actually reconstructs tracks — and ideally two seeds per arm, because a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lang="en-GB">
                <a:solidFill>
                  <a:srgbClr val="E8EDF4"/>
                </a:solidFill>
                <a:latin typeface="Trebuchet MS"/>
              </a:rPr>
              <a:t>single-seed A/B cannot separate a real effect from noise.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lang="en-GB">
                <a:solidFill>
                  <a:srgbClr val="8FA3BC"/>
                </a:solidFill>
                <a:latin typeface="Trebuchet MS"/>
              </a:rPr>
              <a:t>Nothing measured so far shows the feature HELPS — only that it is correct and what it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lang="en-GB">
                <a:solidFill>
                  <a:srgbClr val="8FA3BC"/>
                </a:solidFill>
                <a:latin typeface="Trebuchet MS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